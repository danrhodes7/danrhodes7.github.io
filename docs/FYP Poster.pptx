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8" r:id="rId2"/>
  </p:sldIdLst>
  <p:sldSz cx="21383625" cy="30275213"/>
  <p:notesSz cx="6858000" cy="9144000"/>
  <p:embeddedFontLst>
    <p:embeddedFont>
      <p:font typeface="Imperial Sans Text" panose="020B0604020202020204" charset="0"/>
      <p:regular r:id="rId4"/>
      <p:bold r:id="rId5"/>
    </p:embeddedFont>
    <p:embeddedFont>
      <p:font typeface="Imperial Sans Text Extrabold" panose="020B0604020202020204" charset="0"/>
      <p:bold r:id="rId6"/>
    </p:embeddedFont>
    <p:embeddedFont>
      <p:font typeface="Imperial Sans Text Semibold" panose="020B0604020202020204" charset="0"/>
      <p:bold r:id="rId7"/>
    </p:embeddedFont>
  </p:embeddedFontLst>
  <p:defaultTextStyle>
    <a:defPPr>
      <a:defRPr lang="en-US"/>
    </a:defPPr>
    <a:lvl1pPr marL="0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1pPr>
    <a:lvl2pPr marL="1239727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2pPr>
    <a:lvl3pPr marL="2479451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3pPr>
    <a:lvl4pPr marL="3719178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4pPr>
    <a:lvl5pPr marL="4958902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5pPr>
    <a:lvl6pPr marL="6198629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6pPr>
    <a:lvl7pPr marL="7438356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7pPr>
    <a:lvl8pPr marL="8678080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8pPr>
    <a:lvl9pPr marL="9917807" algn="l" defTabSz="2479451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58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A2A82-00B3-4E65-8A86-731BCCB9E69B}" v="11" dt="2026-06-22T09:59:10.702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490" y="-5174"/>
      </p:cViewPr>
      <p:guideLst>
        <p:guide orient="horz" pos="9558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Rhodes" userId="e5b7d9e23bb7c663" providerId="LiveId" clId="{A407DC68-FCC0-4B9C-ADD5-6E53B680C90C}"/>
    <pc:docChg chg="undo custSel modSld">
      <pc:chgData name="Dan Rhodes" userId="e5b7d9e23bb7c663" providerId="LiveId" clId="{A407DC68-FCC0-4B9C-ADD5-6E53B680C90C}" dt="2026-06-22T10:19:31.331" v="5593" actId="1076"/>
      <pc:docMkLst>
        <pc:docMk/>
      </pc:docMkLst>
      <pc:sldChg chg="addSp delSp modSp mod">
        <pc:chgData name="Dan Rhodes" userId="e5b7d9e23bb7c663" providerId="LiveId" clId="{A407DC68-FCC0-4B9C-ADD5-6E53B680C90C}" dt="2026-06-22T10:19:31.331" v="5593" actId="1076"/>
        <pc:sldMkLst>
          <pc:docMk/>
          <pc:sldMk cId="2916138405" sldId="258"/>
        </pc:sldMkLst>
        <pc:spChg chg="del">
          <ac:chgData name="Dan Rhodes" userId="e5b7d9e23bb7c663" providerId="LiveId" clId="{A407DC68-FCC0-4B9C-ADD5-6E53B680C90C}" dt="2026-06-21T15:07:45.409" v="73" actId="478"/>
          <ac:spMkLst>
            <pc:docMk/>
            <pc:sldMk cId="2916138405" sldId="258"/>
            <ac:spMk id="2" creationId="{BF01E460-C144-906D-31B8-55668E0C314B}"/>
          </ac:spMkLst>
        </pc:spChg>
        <pc:spChg chg="del">
          <ac:chgData name="Dan Rhodes" userId="e5b7d9e23bb7c663" providerId="LiveId" clId="{A407DC68-FCC0-4B9C-ADD5-6E53B680C90C}" dt="2026-06-21T15:07:23.627" v="52" actId="478"/>
          <ac:spMkLst>
            <pc:docMk/>
            <pc:sldMk cId="2916138405" sldId="258"/>
            <ac:spMk id="6" creationId="{270F9856-6FBD-CC4B-7A8A-B0C6686378F4}"/>
          </ac:spMkLst>
        </pc:spChg>
        <pc:spChg chg="add mod">
          <ac:chgData name="Dan Rhodes" userId="e5b7d9e23bb7c663" providerId="LiveId" clId="{A407DC68-FCC0-4B9C-ADD5-6E53B680C90C}" dt="2026-06-22T10:14:25.658" v="5515" actId="20577"/>
          <ac:spMkLst>
            <pc:docMk/>
            <pc:sldMk cId="2916138405" sldId="258"/>
            <ac:spMk id="6" creationId="{6EBEE1DF-1417-232D-6448-A4141BFC13BB}"/>
          </ac:spMkLst>
        </pc:spChg>
        <pc:spChg chg="mod">
          <ac:chgData name="Dan Rhodes" userId="e5b7d9e23bb7c663" providerId="LiveId" clId="{A407DC68-FCC0-4B9C-ADD5-6E53B680C90C}" dt="2026-06-22T09:58:58.975" v="5403" actId="20577"/>
          <ac:spMkLst>
            <pc:docMk/>
            <pc:sldMk cId="2916138405" sldId="258"/>
            <ac:spMk id="8" creationId="{2D44E35D-9D8E-70C4-AE3E-64CF8F2CC7D5}"/>
          </ac:spMkLst>
        </pc:spChg>
        <pc:spChg chg="mod">
          <ac:chgData name="Dan Rhodes" userId="e5b7d9e23bb7c663" providerId="LiveId" clId="{A407DC68-FCC0-4B9C-ADD5-6E53B680C90C}" dt="2026-06-22T09:59:21.550" v="5409" actId="20577"/>
          <ac:spMkLst>
            <pc:docMk/>
            <pc:sldMk cId="2916138405" sldId="258"/>
            <ac:spMk id="9" creationId="{4C549A4F-98D4-D8DD-7F38-2F2F2E4AAA86}"/>
          </ac:spMkLst>
        </pc:spChg>
        <pc:spChg chg="add mod">
          <ac:chgData name="Dan Rhodes" userId="e5b7d9e23bb7c663" providerId="LiveId" clId="{A407DC68-FCC0-4B9C-ADD5-6E53B680C90C}" dt="2026-06-22T10:17:08.867" v="5572" actId="20577"/>
          <ac:spMkLst>
            <pc:docMk/>
            <pc:sldMk cId="2916138405" sldId="258"/>
            <ac:spMk id="11" creationId="{6F46F1EE-9895-FA29-1164-9D02C3ECBEF4}"/>
          </ac:spMkLst>
        </pc:spChg>
        <pc:spChg chg="del mod">
          <ac:chgData name="Dan Rhodes" userId="e5b7d9e23bb7c663" providerId="LiveId" clId="{A407DC68-FCC0-4B9C-ADD5-6E53B680C90C}" dt="2026-06-21T15:07:39.057" v="70" actId="478"/>
          <ac:spMkLst>
            <pc:docMk/>
            <pc:sldMk cId="2916138405" sldId="258"/>
            <ac:spMk id="13" creationId="{B4B43354-AFF3-CDD8-6D79-205754BC7435}"/>
          </ac:spMkLst>
        </pc:spChg>
        <pc:spChg chg="add mod">
          <ac:chgData name="Dan Rhodes" userId="e5b7d9e23bb7c663" providerId="LiveId" clId="{A407DC68-FCC0-4B9C-ADD5-6E53B680C90C}" dt="2026-06-22T09:58:22.338" v="5395" actId="1076"/>
          <ac:spMkLst>
            <pc:docMk/>
            <pc:sldMk cId="2916138405" sldId="258"/>
            <ac:spMk id="14" creationId="{65436734-F456-5B70-CD7B-638ED47690BA}"/>
          </ac:spMkLst>
        </pc:spChg>
        <pc:spChg chg="mod">
          <ac:chgData name="Dan Rhodes" userId="e5b7d9e23bb7c663" providerId="LiveId" clId="{A407DC68-FCC0-4B9C-ADD5-6E53B680C90C}" dt="2026-06-21T15:04:55.579" v="26"/>
          <ac:spMkLst>
            <pc:docMk/>
            <pc:sldMk cId="2916138405" sldId="258"/>
            <ac:spMk id="19" creationId="{C9687D8C-79C5-BF4D-BF81-6144D90C0875}"/>
          </ac:spMkLst>
        </pc:spChg>
        <pc:spChg chg="mod">
          <ac:chgData name="Dan Rhodes" userId="e5b7d9e23bb7c663" providerId="LiveId" clId="{A407DC68-FCC0-4B9C-ADD5-6E53B680C90C}" dt="2026-06-21T15:04:28.077" v="25" actId="20577"/>
          <ac:spMkLst>
            <pc:docMk/>
            <pc:sldMk cId="2916138405" sldId="258"/>
            <ac:spMk id="20" creationId="{BBFC77CB-2AF4-49C8-4E19-CFEAE8ADBA1E}"/>
          </ac:spMkLst>
        </pc:spChg>
        <pc:spChg chg="add mod">
          <ac:chgData name="Dan Rhodes" userId="e5b7d9e23bb7c663" providerId="LiveId" clId="{A407DC68-FCC0-4B9C-ADD5-6E53B680C90C}" dt="2026-06-22T10:19:31.331" v="5593" actId="1076"/>
          <ac:spMkLst>
            <pc:docMk/>
            <pc:sldMk cId="2916138405" sldId="258"/>
            <ac:spMk id="21" creationId="{5779C2C3-3A91-F080-A860-9402CD621BC0}"/>
          </ac:spMkLst>
        </pc:spChg>
        <pc:spChg chg="del">
          <ac:chgData name="Dan Rhodes" userId="e5b7d9e23bb7c663" providerId="LiveId" clId="{A407DC68-FCC0-4B9C-ADD5-6E53B680C90C}" dt="2026-06-21T15:07:43.013" v="71" actId="478"/>
          <ac:spMkLst>
            <pc:docMk/>
            <pc:sldMk cId="2916138405" sldId="258"/>
            <ac:spMk id="22" creationId="{9048F534-F8F6-5E22-8A77-22E69A6B2DEA}"/>
          </ac:spMkLst>
        </pc:spChg>
        <pc:spChg chg="del mod">
          <ac:chgData name="Dan Rhodes" userId="e5b7d9e23bb7c663" providerId="LiveId" clId="{A407DC68-FCC0-4B9C-ADD5-6E53B680C90C}" dt="2026-06-21T15:09:08.089" v="150" actId="478"/>
          <ac:spMkLst>
            <pc:docMk/>
            <pc:sldMk cId="2916138405" sldId="258"/>
            <ac:spMk id="24" creationId="{751D7260-0387-12C4-D585-61C0046E9CB1}"/>
          </ac:spMkLst>
        </pc:spChg>
        <pc:spChg chg="add mod">
          <ac:chgData name="Dan Rhodes" userId="e5b7d9e23bb7c663" providerId="LiveId" clId="{A407DC68-FCC0-4B9C-ADD5-6E53B680C90C}" dt="2026-06-22T10:04:10.009" v="5462" actId="20577"/>
          <ac:spMkLst>
            <pc:docMk/>
            <pc:sldMk cId="2916138405" sldId="258"/>
            <ac:spMk id="26" creationId="{B23FD17E-7A42-48E6-11D9-F9898EA812AE}"/>
          </ac:spMkLst>
        </pc:spChg>
        <pc:spChg chg="add mod">
          <ac:chgData name="Dan Rhodes" userId="e5b7d9e23bb7c663" providerId="LiveId" clId="{A407DC68-FCC0-4B9C-ADD5-6E53B680C90C}" dt="2026-06-22T08:40:33.508" v="2137" actId="21"/>
          <ac:spMkLst>
            <pc:docMk/>
            <pc:sldMk cId="2916138405" sldId="258"/>
            <ac:spMk id="28" creationId="{318EF351-9B1A-D421-89F7-361A7DA9E33A}"/>
          </ac:spMkLst>
        </pc:spChg>
        <pc:spChg chg="del mod">
          <ac:chgData name="Dan Rhodes" userId="e5b7d9e23bb7c663" providerId="LiveId" clId="{A407DC68-FCC0-4B9C-ADD5-6E53B680C90C}" dt="2026-06-22T09:13:02.350" v="3996" actId="478"/>
          <ac:spMkLst>
            <pc:docMk/>
            <pc:sldMk cId="2916138405" sldId="258"/>
            <ac:spMk id="29" creationId="{9AE15C14-A5B5-E486-D9C0-7F7566F6BF14}"/>
          </ac:spMkLst>
        </pc:spChg>
        <pc:spChg chg="del">
          <ac:chgData name="Dan Rhodes" userId="e5b7d9e23bb7c663" providerId="LiveId" clId="{A407DC68-FCC0-4B9C-ADD5-6E53B680C90C}" dt="2026-06-21T15:07:44.201" v="72" actId="478"/>
          <ac:spMkLst>
            <pc:docMk/>
            <pc:sldMk cId="2916138405" sldId="258"/>
            <ac:spMk id="30" creationId="{348CEC60-FE15-9DFA-DB45-A032FF412CC7}"/>
          </ac:spMkLst>
        </pc:spChg>
        <pc:spChg chg="add del mod">
          <ac:chgData name="Dan Rhodes" userId="e5b7d9e23bb7c663" providerId="LiveId" clId="{A407DC68-FCC0-4B9C-ADD5-6E53B680C90C}" dt="2026-06-22T09:30:12.255" v="4978" actId="478"/>
          <ac:spMkLst>
            <pc:docMk/>
            <pc:sldMk cId="2916138405" sldId="258"/>
            <ac:spMk id="34" creationId="{6B2E0836-D7F8-3F63-1E66-80AA214C40B9}"/>
          </ac:spMkLst>
        </pc:spChg>
        <pc:spChg chg="mod">
          <ac:chgData name="Dan Rhodes" userId="e5b7d9e23bb7c663" providerId="LiveId" clId="{A407DC68-FCC0-4B9C-ADD5-6E53B680C90C}" dt="2026-06-22T10:16:13.268" v="5516" actId="1076"/>
          <ac:spMkLst>
            <pc:docMk/>
            <pc:sldMk cId="2916138405" sldId="258"/>
            <ac:spMk id="35" creationId="{086F36D4-5F06-3C8E-9FF4-A8C9F87B0798}"/>
          </ac:spMkLst>
        </pc:spChg>
        <pc:spChg chg="add mod">
          <ac:chgData name="Dan Rhodes" userId="e5b7d9e23bb7c663" providerId="LiveId" clId="{A407DC68-FCC0-4B9C-ADD5-6E53B680C90C}" dt="2026-06-22T10:03:56.059" v="5454" actId="1076"/>
          <ac:spMkLst>
            <pc:docMk/>
            <pc:sldMk cId="2916138405" sldId="258"/>
            <ac:spMk id="37" creationId="{E828A352-EECF-2AC9-EB9B-5353D1ED93A2}"/>
          </ac:spMkLst>
        </pc:spChg>
        <pc:spChg chg="add mod">
          <ac:chgData name="Dan Rhodes" userId="e5b7d9e23bb7c663" providerId="LiveId" clId="{A407DC68-FCC0-4B9C-ADD5-6E53B680C90C}" dt="2026-06-22T10:19:13.383" v="5592" actId="1076"/>
          <ac:spMkLst>
            <pc:docMk/>
            <pc:sldMk cId="2916138405" sldId="258"/>
            <ac:spMk id="40" creationId="{EDDB3AC6-4129-2705-A513-43155083BD85}"/>
          </ac:spMkLst>
        </pc:spChg>
        <pc:spChg chg="mod">
          <ac:chgData name="Dan Rhodes" userId="e5b7d9e23bb7c663" providerId="LiveId" clId="{A407DC68-FCC0-4B9C-ADD5-6E53B680C90C}" dt="2026-06-22T10:18:55.108" v="5588" actId="15"/>
          <ac:spMkLst>
            <pc:docMk/>
            <pc:sldMk cId="2916138405" sldId="258"/>
            <ac:spMk id="83" creationId="{1B759BEF-A493-B315-EFC4-7D63FCFF09B3}"/>
          </ac:spMkLst>
        </pc:spChg>
        <pc:picChg chg="add mod modCrop">
          <ac:chgData name="Dan Rhodes" userId="e5b7d9e23bb7c663" providerId="LiveId" clId="{A407DC68-FCC0-4B9C-ADD5-6E53B680C90C}" dt="2026-06-22T10:14:03.656" v="5475" actId="14100"/>
          <ac:picMkLst>
            <pc:docMk/>
            <pc:sldMk cId="2916138405" sldId="258"/>
            <ac:picMk id="3" creationId="{87D5B5EF-881A-FFEB-1D38-5E57AEBEE057}"/>
          </ac:picMkLst>
        </pc:picChg>
        <pc:picChg chg="del">
          <ac:chgData name="Dan Rhodes" userId="e5b7d9e23bb7c663" providerId="LiveId" clId="{A407DC68-FCC0-4B9C-ADD5-6E53B680C90C}" dt="2026-06-21T15:05:11.266" v="38" actId="478"/>
          <ac:picMkLst>
            <pc:docMk/>
            <pc:sldMk cId="2916138405" sldId="258"/>
            <ac:picMk id="5" creationId="{D01B624D-04BF-AF90-6141-0428E9265D2D}"/>
          </ac:picMkLst>
        </pc:picChg>
        <pc:picChg chg="del">
          <ac:chgData name="Dan Rhodes" userId="e5b7d9e23bb7c663" providerId="LiveId" clId="{A407DC68-FCC0-4B9C-ADD5-6E53B680C90C}" dt="2026-06-21T15:05:11.902" v="39" actId="478"/>
          <ac:picMkLst>
            <pc:docMk/>
            <pc:sldMk cId="2916138405" sldId="258"/>
            <ac:picMk id="10" creationId="{6ACB16D6-8BB2-1DCE-9E7F-FA9D9B270C27}"/>
          </ac:picMkLst>
        </pc:picChg>
        <pc:picChg chg="del">
          <ac:chgData name="Dan Rhodes" userId="e5b7d9e23bb7c663" providerId="LiveId" clId="{A407DC68-FCC0-4B9C-ADD5-6E53B680C90C}" dt="2026-06-21T15:05:13.318" v="40" actId="478"/>
          <ac:picMkLst>
            <pc:docMk/>
            <pc:sldMk cId="2916138405" sldId="258"/>
            <ac:picMk id="15" creationId="{E3A915AF-E199-A88B-C898-BCA111EFB4DA}"/>
          </ac:picMkLst>
        </pc:picChg>
        <pc:picChg chg="del">
          <ac:chgData name="Dan Rhodes" userId="e5b7d9e23bb7c663" providerId="LiveId" clId="{A407DC68-FCC0-4B9C-ADD5-6E53B680C90C}" dt="2026-06-21T15:05:08.990" v="37" actId="478"/>
          <ac:picMkLst>
            <pc:docMk/>
            <pc:sldMk cId="2916138405" sldId="258"/>
            <ac:picMk id="16" creationId="{889066C5-23E3-1186-217F-E4BCC51DE458}"/>
          </ac:picMkLst>
        </pc:picChg>
        <pc:picChg chg="del">
          <ac:chgData name="Dan Rhodes" userId="e5b7d9e23bb7c663" providerId="LiveId" clId="{A407DC68-FCC0-4B9C-ADD5-6E53B680C90C}" dt="2026-06-21T15:05:13.779" v="41" actId="478"/>
          <ac:picMkLst>
            <pc:docMk/>
            <pc:sldMk cId="2916138405" sldId="258"/>
            <ac:picMk id="18" creationId="{EE14DB9C-A418-872E-6433-AD0F5F76325D}"/>
          </ac:picMkLst>
        </pc:picChg>
        <pc:picChg chg="del">
          <ac:chgData name="Dan Rhodes" userId="e5b7d9e23bb7c663" providerId="LiveId" clId="{A407DC68-FCC0-4B9C-ADD5-6E53B680C90C}" dt="2026-06-21T15:05:14.446" v="42" actId="478"/>
          <ac:picMkLst>
            <pc:docMk/>
            <pc:sldMk cId="2916138405" sldId="258"/>
            <ac:picMk id="23" creationId="{BFED4E7D-A37F-843B-862C-D819430B4EBA}"/>
          </ac:picMkLst>
        </pc:picChg>
        <pc:picChg chg="add mod">
          <ac:chgData name="Dan Rhodes" userId="e5b7d9e23bb7c663" providerId="LiveId" clId="{A407DC68-FCC0-4B9C-ADD5-6E53B680C90C}" dt="2026-06-22T10:16:58.840" v="5569" actId="1076"/>
          <ac:picMkLst>
            <pc:docMk/>
            <pc:sldMk cId="2916138405" sldId="258"/>
            <ac:picMk id="32" creationId="{B2A4A8B7-5368-14C8-9AFA-0E307CD61793}"/>
          </ac:picMkLst>
        </pc:picChg>
        <pc:picChg chg="add mod">
          <ac:chgData name="Dan Rhodes" userId="e5b7d9e23bb7c663" providerId="LiveId" clId="{A407DC68-FCC0-4B9C-ADD5-6E53B680C90C}" dt="2026-06-22T10:19:11.105" v="5591" actId="1076"/>
          <ac:picMkLst>
            <pc:docMk/>
            <pc:sldMk cId="2916138405" sldId="258"/>
            <ac:picMk id="38" creationId="{534DCE65-5EEA-C15A-F0DD-2093BE4293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1pPr>
    <a:lvl2pPr marL="1239727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2pPr>
    <a:lvl3pPr marL="2479451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3pPr>
    <a:lvl4pPr marL="3719178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4pPr>
    <a:lvl5pPr marL="4958902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5pPr>
    <a:lvl6pPr marL="6198629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6pPr>
    <a:lvl7pPr marL="7438356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7pPr>
    <a:lvl8pPr marL="8678080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8pPr>
    <a:lvl9pPr marL="9917807" algn="l" defTabSz="2479451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48B9CE-FD65-AE40-130C-DBE00526E69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449512" y="10439326"/>
            <a:ext cx="13135602" cy="10220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DD5FEA-0146-896B-ABD3-41CBD58D0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B1F1E-F449-B29F-6C17-6D2E110AEB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8F015B-6C73-4A9C-BCFC-C5B1BB098CD2}" type="datetime1">
              <a:rPr lang="en-GB" noProof="0" smtClean="0"/>
              <a:t>22/06/2026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01A43-521E-7D2C-E6A2-455F8466DB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imperial.ac.uk</a:t>
            </a:r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6A93B-F7C5-B8B9-F174-1D4991E5A0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BA53E11-492D-48B3-9F9B-09541CA2A39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5262" y="2206800"/>
            <a:ext cx="6427787" cy="20764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00" b="0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 marL="601381" indent="0" algn="ctr">
              <a:buNone/>
              <a:defRPr sz="2631"/>
            </a:lvl2pPr>
            <a:lvl3pPr marL="1202763" indent="0" algn="ctr">
              <a:buNone/>
              <a:defRPr sz="2368"/>
            </a:lvl3pPr>
            <a:lvl4pPr marL="1804144" indent="0" algn="ctr">
              <a:buNone/>
              <a:defRPr sz="2105"/>
            </a:lvl4pPr>
            <a:lvl5pPr marL="2405526" indent="0" algn="ctr">
              <a:buNone/>
              <a:defRPr sz="2105"/>
            </a:lvl5pPr>
            <a:lvl6pPr marL="3006907" indent="0" algn="ctr">
              <a:buNone/>
              <a:defRPr sz="2105"/>
            </a:lvl6pPr>
            <a:lvl7pPr marL="3608290" indent="0" algn="ctr">
              <a:buNone/>
              <a:defRPr sz="2105"/>
            </a:lvl7pPr>
            <a:lvl8pPr marL="4209670" indent="0" algn="ctr">
              <a:buNone/>
              <a:defRPr sz="2105"/>
            </a:lvl8pPr>
            <a:lvl9pPr marL="4811053" indent="0" algn="ctr">
              <a:buNone/>
              <a:defRPr sz="2105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84EA4A9-8368-74EA-F27A-3450838EAA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0575" y="20815200"/>
            <a:ext cx="6427788" cy="60599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437EA09-33CD-6FA8-4A6D-5CE7BFF619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75538" y="20815200"/>
            <a:ext cx="13117511" cy="60599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38BCB398-97B2-A11D-4F34-20FD1C3A57A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4165261" y="26461750"/>
            <a:ext cx="3132000" cy="176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noProof="0" dirty="0"/>
              <a:t>Click icon to add a supporter or partner logo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75C6CEFE-B735-0385-C658-4587C1DD75E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7461049" y="26461750"/>
            <a:ext cx="3132000" cy="176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noProof="0" dirty="0"/>
              <a:t>Click icon to add a supporter or partner logo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CA73C-0476-5A07-BF41-8F4A73CC8D0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0575" y="4911725"/>
            <a:ext cx="6427788" cy="104536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C73574-5895-09F1-1C64-ACBD70013EB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49511" y="4911725"/>
            <a:ext cx="6427788" cy="52522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4F4225-433B-2AB2-15E4-9E423031593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165261" y="4911725"/>
            <a:ext cx="6427788" cy="52522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B76A963-6AEF-5BBE-8E48-EBD8B152A58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90575" y="21697198"/>
            <a:ext cx="6427788" cy="65285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C56EE52-537E-793C-190B-CFC9F395AB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74250" y="21697198"/>
            <a:ext cx="6427788" cy="65285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39EC7A-2402-CED8-C771-BB6EF2E35BB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4157925" y="21697198"/>
            <a:ext cx="6427788" cy="45065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D29EF359-10B1-D70F-910E-51611390895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90576" y="15641421"/>
            <a:ext cx="6427788" cy="501830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1846212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DD5FEA-0146-896B-ABD3-41CBD58D0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B1F1E-F449-B29F-6C17-6D2E110AEB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25B37B3-A951-41B0-803F-990AE8E98F3B}" type="datetime1">
              <a:rPr lang="en-GB" noProof="0" smtClean="0"/>
              <a:t>22/06/2026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01A43-521E-7D2C-E6A2-455F8466DB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imperial.ac.uk</a:t>
            </a:r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6A93B-F7C5-B8B9-F174-1D4991E5A0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BA53E11-492D-48B3-9F9B-09541CA2A39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5262" y="2206800"/>
            <a:ext cx="6427787" cy="20764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00" b="0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 marL="601381" indent="0" algn="ctr">
              <a:buNone/>
              <a:defRPr sz="2631"/>
            </a:lvl2pPr>
            <a:lvl3pPr marL="1202763" indent="0" algn="ctr">
              <a:buNone/>
              <a:defRPr sz="2368"/>
            </a:lvl3pPr>
            <a:lvl4pPr marL="1804144" indent="0" algn="ctr">
              <a:buNone/>
              <a:defRPr sz="2105"/>
            </a:lvl4pPr>
            <a:lvl5pPr marL="2405526" indent="0" algn="ctr">
              <a:buNone/>
              <a:defRPr sz="2105"/>
            </a:lvl5pPr>
            <a:lvl6pPr marL="3006907" indent="0" algn="ctr">
              <a:buNone/>
              <a:defRPr sz="2105"/>
            </a:lvl6pPr>
            <a:lvl7pPr marL="3608290" indent="0" algn="ctr">
              <a:buNone/>
              <a:defRPr sz="2105"/>
            </a:lvl7pPr>
            <a:lvl8pPr marL="4209670" indent="0" algn="ctr">
              <a:buNone/>
              <a:defRPr sz="2105"/>
            </a:lvl8pPr>
            <a:lvl9pPr marL="4811053" indent="0" algn="ctr">
              <a:buNone/>
              <a:defRPr sz="2105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84EA4A9-8368-74EA-F27A-3450838EAA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0575" y="20815200"/>
            <a:ext cx="6427788" cy="60599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437EA09-33CD-6FA8-4A6D-5CE7BFF619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75538" y="20815200"/>
            <a:ext cx="13117511" cy="60599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38BCB398-97B2-A11D-4F34-20FD1C3A57A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4165261" y="26461750"/>
            <a:ext cx="3132000" cy="176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noProof="0" dirty="0"/>
              <a:t>Click icon to add a supporter or partner logo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75C6CEFE-B735-0385-C658-4587C1DD75E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7461049" y="26461750"/>
            <a:ext cx="3132000" cy="176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1600"/>
            </a:lvl1pPr>
          </a:lstStyle>
          <a:p>
            <a:pPr marL="0" marR="0" lvl="0" indent="0" algn="l" defTabSz="1202763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Click icon to add a supporter or partner logo</a:t>
            </a:r>
          </a:p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CA73C-0476-5A07-BF41-8F4A73CC8D0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0575" y="4911725"/>
            <a:ext cx="6427788" cy="79810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C73574-5895-09F1-1C64-ACBD70013EB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49511" y="4911724"/>
            <a:ext cx="6427788" cy="79810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4F4225-433B-2AB2-15E4-9E423031593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165261" y="4911724"/>
            <a:ext cx="6427788" cy="79810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B76A963-6AEF-5BBE-8E48-EBD8B152A58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90575" y="21697198"/>
            <a:ext cx="6427788" cy="65285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C56EE52-537E-793C-190B-CFC9F395AB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74250" y="21697198"/>
            <a:ext cx="6427788" cy="65285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39EC7A-2402-CED8-C771-BB6EF2E35BB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4157925" y="21697198"/>
            <a:ext cx="6427788" cy="45065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F7A2BD4-5D5C-FDA8-575A-EEF5BB46759C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449512" y="13164526"/>
            <a:ext cx="13135602" cy="7495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B778B18A-FE56-EFD2-5AAF-6F7ED7CAC2D5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90576" y="13164527"/>
            <a:ext cx="6427788" cy="7495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454171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5" y="2206800"/>
            <a:ext cx="13117513" cy="20764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0575" y="4911725"/>
            <a:ext cx="19805088" cy="233330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40564" y="28880553"/>
            <a:ext cx="3249940" cy="6059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3200">
                <a:solidFill>
                  <a:schemeClr val="accent1"/>
                </a:solidFill>
              </a:defRPr>
            </a:lvl1pPr>
          </a:lstStyle>
          <a:p>
            <a:fld id="{7591C2C3-B079-4145-9757-D0EBAE610834}" type="datetime1">
              <a:rPr lang="en-GB" noProof="0" smtClean="0"/>
              <a:t>22/06/2026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74047" y="28880544"/>
            <a:ext cx="9119003" cy="6059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imperial.ac.uk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6376" y="28880544"/>
            <a:ext cx="650878" cy="6059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320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790575" y="28880544"/>
            <a:ext cx="5192516" cy="6059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GB" sz="3200" b="0" noProof="0" dirty="0">
                <a:solidFill>
                  <a:schemeClr val="accent1"/>
                </a:solidFill>
                <a:latin typeface="+mn-lt"/>
              </a:rPr>
              <a:t>Imperial College London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B8F859E-67B2-31E4-8FF7-14252D90D5F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90575" y="821055"/>
            <a:ext cx="6336000" cy="699453"/>
            <a:chOff x="0" y="8792"/>
            <a:chExt cx="13470" cy="1487"/>
          </a:xfrm>
          <a:solidFill>
            <a:schemeClr val="accent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61C58841-4C03-F11E-E9FB-C1D825B77D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506" y="8792"/>
              <a:ext cx="964" cy="1487"/>
            </a:xfrm>
            <a:custGeom>
              <a:avLst/>
              <a:gdLst>
                <a:gd name="T0" fmla="*/ 0 w 964"/>
                <a:gd name="T1" fmla="*/ 0 h 1487"/>
                <a:gd name="T2" fmla="*/ 0 w 964"/>
                <a:gd name="T3" fmla="*/ 1487 h 1487"/>
                <a:gd name="T4" fmla="*/ 964 w 964"/>
                <a:gd name="T5" fmla="*/ 1487 h 1487"/>
                <a:gd name="T6" fmla="*/ 964 w 964"/>
                <a:gd name="T7" fmla="*/ 1227 h 1487"/>
                <a:gd name="T8" fmla="*/ 280 w 964"/>
                <a:gd name="T9" fmla="*/ 1227 h 1487"/>
                <a:gd name="T10" fmla="*/ 280 w 964"/>
                <a:gd name="T11" fmla="*/ 0 h 1487"/>
                <a:gd name="T12" fmla="*/ 0 w 964"/>
                <a:gd name="T13" fmla="*/ 0 h 1487"/>
                <a:gd name="T14" fmla="*/ 0 w 964"/>
                <a:gd name="T15" fmla="*/ 0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4" h="1487">
                  <a:moveTo>
                    <a:pt x="0" y="0"/>
                  </a:moveTo>
                  <a:lnTo>
                    <a:pt x="0" y="1487"/>
                  </a:lnTo>
                  <a:lnTo>
                    <a:pt x="964" y="1487"/>
                  </a:lnTo>
                  <a:lnTo>
                    <a:pt x="964" y="1227"/>
                  </a:lnTo>
                  <a:lnTo>
                    <a:pt x="280" y="1227"/>
                  </a:lnTo>
                  <a:lnTo>
                    <a:pt x="2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66AEB3A-19AD-FDFB-E196-3A2F869534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" y="8792"/>
              <a:ext cx="1346" cy="1487"/>
            </a:xfrm>
            <a:custGeom>
              <a:avLst/>
              <a:gdLst>
                <a:gd name="T0" fmla="*/ 488 w 1346"/>
                <a:gd name="T1" fmla="*/ 0 h 1487"/>
                <a:gd name="T2" fmla="*/ 0 w 1346"/>
                <a:gd name="T3" fmla="*/ 1487 h 1487"/>
                <a:gd name="T4" fmla="*/ 296 w 1346"/>
                <a:gd name="T5" fmla="*/ 1487 h 1487"/>
                <a:gd name="T6" fmla="*/ 397 w 1346"/>
                <a:gd name="T7" fmla="*/ 1160 h 1487"/>
                <a:gd name="T8" fmla="*/ 950 w 1346"/>
                <a:gd name="T9" fmla="*/ 1160 h 1487"/>
                <a:gd name="T10" fmla="*/ 1050 w 1346"/>
                <a:gd name="T11" fmla="*/ 1487 h 1487"/>
                <a:gd name="T12" fmla="*/ 1346 w 1346"/>
                <a:gd name="T13" fmla="*/ 1487 h 1487"/>
                <a:gd name="T14" fmla="*/ 858 w 1346"/>
                <a:gd name="T15" fmla="*/ 0 h 1487"/>
                <a:gd name="T16" fmla="*/ 488 w 1346"/>
                <a:gd name="T17" fmla="*/ 0 h 1487"/>
                <a:gd name="T18" fmla="*/ 488 w 1346"/>
                <a:gd name="T19" fmla="*/ 0 h 1487"/>
                <a:gd name="T20" fmla="*/ 674 w 1346"/>
                <a:gd name="T21" fmla="*/ 264 h 1487"/>
                <a:gd name="T22" fmla="*/ 875 w 1346"/>
                <a:gd name="T23" fmla="*/ 920 h 1487"/>
                <a:gd name="T24" fmla="*/ 470 w 1346"/>
                <a:gd name="T25" fmla="*/ 920 h 1487"/>
                <a:gd name="T26" fmla="*/ 674 w 1346"/>
                <a:gd name="T27" fmla="*/ 264 h 1487"/>
                <a:gd name="T28" fmla="*/ 674 w 1346"/>
                <a:gd name="T29" fmla="*/ 264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6" h="1487">
                  <a:moveTo>
                    <a:pt x="488" y="0"/>
                  </a:moveTo>
                  <a:lnTo>
                    <a:pt x="0" y="1487"/>
                  </a:lnTo>
                  <a:lnTo>
                    <a:pt x="296" y="1487"/>
                  </a:lnTo>
                  <a:lnTo>
                    <a:pt x="397" y="1160"/>
                  </a:lnTo>
                  <a:lnTo>
                    <a:pt x="950" y="1160"/>
                  </a:lnTo>
                  <a:lnTo>
                    <a:pt x="1050" y="1487"/>
                  </a:lnTo>
                  <a:lnTo>
                    <a:pt x="1346" y="1487"/>
                  </a:lnTo>
                  <a:lnTo>
                    <a:pt x="858" y="0"/>
                  </a:lnTo>
                  <a:lnTo>
                    <a:pt x="488" y="0"/>
                  </a:lnTo>
                  <a:lnTo>
                    <a:pt x="488" y="0"/>
                  </a:lnTo>
                  <a:close/>
                  <a:moveTo>
                    <a:pt x="674" y="264"/>
                  </a:moveTo>
                  <a:lnTo>
                    <a:pt x="875" y="920"/>
                  </a:lnTo>
                  <a:lnTo>
                    <a:pt x="470" y="920"/>
                  </a:lnTo>
                  <a:lnTo>
                    <a:pt x="674" y="264"/>
                  </a:lnTo>
                  <a:lnTo>
                    <a:pt x="674" y="2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54DF53D1-90F8-4D66-1194-252B588940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89" y="8792"/>
              <a:ext cx="976" cy="1487"/>
            </a:xfrm>
            <a:custGeom>
              <a:avLst/>
              <a:gdLst>
                <a:gd name="T0" fmla="*/ 0 w 976"/>
                <a:gd name="T1" fmla="*/ 0 h 1487"/>
                <a:gd name="T2" fmla="*/ 0 w 976"/>
                <a:gd name="T3" fmla="*/ 261 h 1487"/>
                <a:gd name="T4" fmla="*/ 347 w 976"/>
                <a:gd name="T5" fmla="*/ 261 h 1487"/>
                <a:gd name="T6" fmla="*/ 347 w 976"/>
                <a:gd name="T7" fmla="*/ 1227 h 1487"/>
                <a:gd name="T8" fmla="*/ 0 w 976"/>
                <a:gd name="T9" fmla="*/ 1227 h 1487"/>
                <a:gd name="T10" fmla="*/ 0 w 976"/>
                <a:gd name="T11" fmla="*/ 1487 h 1487"/>
                <a:gd name="T12" fmla="*/ 976 w 976"/>
                <a:gd name="T13" fmla="*/ 1487 h 1487"/>
                <a:gd name="T14" fmla="*/ 976 w 976"/>
                <a:gd name="T15" fmla="*/ 1227 h 1487"/>
                <a:gd name="T16" fmla="*/ 628 w 976"/>
                <a:gd name="T17" fmla="*/ 1227 h 1487"/>
                <a:gd name="T18" fmla="*/ 628 w 976"/>
                <a:gd name="T19" fmla="*/ 261 h 1487"/>
                <a:gd name="T20" fmla="*/ 976 w 976"/>
                <a:gd name="T21" fmla="*/ 261 h 1487"/>
                <a:gd name="T22" fmla="*/ 976 w 976"/>
                <a:gd name="T23" fmla="*/ 0 h 1487"/>
                <a:gd name="T24" fmla="*/ 0 w 976"/>
                <a:gd name="T25" fmla="*/ 0 h 1487"/>
                <a:gd name="T26" fmla="*/ 0 w 976"/>
                <a:gd name="T27" fmla="*/ 0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6" h="1487">
                  <a:moveTo>
                    <a:pt x="0" y="0"/>
                  </a:moveTo>
                  <a:lnTo>
                    <a:pt x="0" y="261"/>
                  </a:lnTo>
                  <a:lnTo>
                    <a:pt x="347" y="261"/>
                  </a:lnTo>
                  <a:lnTo>
                    <a:pt x="347" y="1227"/>
                  </a:lnTo>
                  <a:lnTo>
                    <a:pt x="0" y="1227"/>
                  </a:lnTo>
                  <a:lnTo>
                    <a:pt x="0" y="1487"/>
                  </a:lnTo>
                  <a:lnTo>
                    <a:pt x="976" y="1487"/>
                  </a:lnTo>
                  <a:lnTo>
                    <a:pt x="976" y="1227"/>
                  </a:lnTo>
                  <a:lnTo>
                    <a:pt x="628" y="1227"/>
                  </a:lnTo>
                  <a:lnTo>
                    <a:pt x="628" y="261"/>
                  </a:lnTo>
                  <a:lnTo>
                    <a:pt x="976" y="261"/>
                  </a:lnTo>
                  <a:lnTo>
                    <a:pt x="97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3F5DA096-5291-A2DF-1BA8-D4CE73D939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46" y="8792"/>
              <a:ext cx="1155" cy="1487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3788404-0623-D7AB-430D-C7451DD857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86" y="8792"/>
              <a:ext cx="962" cy="1487"/>
            </a:xfrm>
            <a:custGeom>
              <a:avLst/>
              <a:gdLst>
                <a:gd name="T0" fmla="*/ 0 w 962"/>
                <a:gd name="T1" fmla="*/ 0 h 1487"/>
                <a:gd name="T2" fmla="*/ 0 w 962"/>
                <a:gd name="T3" fmla="*/ 1487 h 1487"/>
                <a:gd name="T4" fmla="*/ 962 w 962"/>
                <a:gd name="T5" fmla="*/ 1487 h 1487"/>
                <a:gd name="T6" fmla="*/ 962 w 962"/>
                <a:gd name="T7" fmla="*/ 1227 h 1487"/>
                <a:gd name="T8" fmla="*/ 281 w 962"/>
                <a:gd name="T9" fmla="*/ 1227 h 1487"/>
                <a:gd name="T10" fmla="*/ 281 w 962"/>
                <a:gd name="T11" fmla="*/ 855 h 1487"/>
                <a:gd name="T12" fmla="*/ 903 w 962"/>
                <a:gd name="T13" fmla="*/ 855 h 1487"/>
                <a:gd name="T14" fmla="*/ 903 w 962"/>
                <a:gd name="T15" fmla="*/ 603 h 1487"/>
                <a:gd name="T16" fmla="*/ 281 w 962"/>
                <a:gd name="T17" fmla="*/ 603 h 1487"/>
                <a:gd name="T18" fmla="*/ 281 w 962"/>
                <a:gd name="T19" fmla="*/ 261 h 1487"/>
                <a:gd name="T20" fmla="*/ 962 w 962"/>
                <a:gd name="T21" fmla="*/ 261 h 1487"/>
                <a:gd name="T22" fmla="*/ 962 w 962"/>
                <a:gd name="T23" fmla="*/ 0 h 1487"/>
                <a:gd name="T24" fmla="*/ 0 w 962"/>
                <a:gd name="T25" fmla="*/ 0 h 1487"/>
                <a:gd name="T26" fmla="*/ 0 w 962"/>
                <a:gd name="T27" fmla="*/ 0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2" h="1487">
                  <a:moveTo>
                    <a:pt x="0" y="0"/>
                  </a:moveTo>
                  <a:lnTo>
                    <a:pt x="0" y="1487"/>
                  </a:lnTo>
                  <a:lnTo>
                    <a:pt x="962" y="1487"/>
                  </a:lnTo>
                  <a:lnTo>
                    <a:pt x="962" y="1227"/>
                  </a:lnTo>
                  <a:lnTo>
                    <a:pt x="281" y="1227"/>
                  </a:lnTo>
                  <a:lnTo>
                    <a:pt x="281" y="855"/>
                  </a:lnTo>
                  <a:lnTo>
                    <a:pt x="903" y="855"/>
                  </a:lnTo>
                  <a:lnTo>
                    <a:pt x="903" y="603"/>
                  </a:lnTo>
                  <a:lnTo>
                    <a:pt x="281" y="603"/>
                  </a:lnTo>
                  <a:lnTo>
                    <a:pt x="281" y="261"/>
                  </a:lnTo>
                  <a:lnTo>
                    <a:pt x="962" y="261"/>
                  </a:lnTo>
                  <a:lnTo>
                    <a:pt x="96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25BE06B1-DA44-6343-3BC4-0121CD607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8792"/>
              <a:ext cx="1065" cy="1487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FCC7591-2A02-9882-D609-263757CD5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5" y="8792"/>
              <a:ext cx="1509" cy="1487"/>
            </a:xfrm>
            <a:custGeom>
              <a:avLst/>
              <a:gdLst>
                <a:gd name="T0" fmla="*/ 1110 w 1509"/>
                <a:gd name="T1" fmla="*/ 0 h 1487"/>
                <a:gd name="T2" fmla="*/ 755 w 1509"/>
                <a:gd name="T3" fmla="*/ 874 h 1487"/>
                <a:gd name="T4" fmla="*/ 401 w 1509"/>
                <a:gd name="T5" fmla="*/ 0 h 1487"/>
                <a:gd name="T6" fmla="*/ 0 w 1509"/>
                <a:gd name="T7" fmla="*/ 0 h 1487"/>
                <a:gd name="T8" fmla="*/ 0 w 1509"/>
                <a:gd name="T9" fmla="*/ 1487 h 1487"/>
                <a:gd name="T10" fmla="*/ 267 w 1509"/>
                <a:gd name="T11" fmla="*/ 1487 h 1487"/>
                <a:gd name="T12" fmla="*/ 267 w 1509"/>
                <a:gd name="T13" fmla="*/ 376 h 1487"/>
                <a:gd name="T14" fmla="*/ 607 w 1509"/>
                <a:gd name="T15" fmla="*/ 1160 h 1487"/>
                <a:gd name="T16" fmla="*/ 622 w 1509"/>
                <a:gd name="T17" fmla="*/ 1160 h 1487"/>
                <a:gd name="T18" fmla="*/ 888 w 1509"/>
                <a:gd name="T19" fmla="*/ 1160 h 1487"/>
                <a:gd name="T20" fmla="*/ 903 w 1509"/>
                <a:gd name="T21" fmla="*/ 1160 h 1487"/>
                <a:gd name="T22" fmla="*/ 1243 w 1509"/>
                <a:gd name="T23" fmla="*/ 376 h 1487"/>
                <a:gd name="T24" fmla="*/ 1243 w 1509"/>
                <a:gd name="T25" fmla="*/ 1487 h 1487"/>
                <a:gd name="T26" fmla="*/ 1509 w 1509"/>
                <a:gd name="T27" fmla="*/ 1487 h 1487"/>
                <a:gd name="T28" fmla="*/ 1509 w 1509"/>
                <a:gd name="T29" fmla="*/ 0 h 1487"/>
                <a:gd name="T30" fmla="*/ 1110 w 1509"/>
                <a:gd name="T31" fmla="*/ 0 h 1487"/>
                <a:gd name="T32" fmla="*/ 1110 w 1509"/>
                <a:gd name="T33" fmla="*/ 0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09" h="1487">
                  <a:moveTo>
                    <a:pt x="1110" y="0"/>
                  </a:moveTo>
                  <a:lnTo>
                    <a:pt x="755" y="874"/>
                  </a:lnTo>
                  <a:lnTo>
                    <a:pt x="401" y="0"/>
                  </a:lnTo>
                  <a:lnTo>
                    <a:pt x="0" y="0"/>
                  </a:lnTo>
                  <a:lnTo>
                    <a:pt x="0" y="1487"/>
                  </a:lnTo>
                  <a:lnTo>
                    <a:pt x="267" y="1487"/>
                  </a:lnTo>
                  <a:lnTo>
                    <a:pt x="267" y="376"/>
                  </a:lnTo>
                  <a:lnTo>
                    <a:pt x="607" y="1160"/>
                  </a:lnTo>
                  <a:lnTo>
                    <a:pt x="622" y="1160"/>
                  </a:lnTo>
                  <a:lnTo>
                    <a:pt x="888" y="1160"/>
                  </a:lnTo>
                  <a:lnTo>
                    <a:pt x="903" y="1160"/>
                  </a:lnTo>
                  <a:lnTo>
                    <a:pt x="1243" y="376"/>
                  </a:lnTo>
                  <a:lnTo>
                    <a:pt x="1243" y="1487"/>
                  </a:lnTo>
                  <a:lnTo>
                    <a:pt x="1509" y="1487"/>
                  </a:lnTo>
                  <a:lnTo>
                    <a:pt x="1509" y="0"/>
                  </a:lnTo>
                  <a:lnTo>
                    <a:pt x="1110" y="0"/>
                  </a:lnTo>
                  <a:lnTo>
                    <a:pt x="11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3A09E968-58E1-1A1E-4EA6-8E6130280E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792"/>
              <a:ext cx="976" cy="1487"/>
            </a:xfrm>
            <a:custGeom>
              <a:avLst/>
              <a:gdLst>
                <a:gd name="T0" fmla="*/ 0 w 976"/>
                <a:gd name="T1" fmla="*/ 0 h 1487"/>
                <a:gd name="T2" fmla="*/ 0 w 976"/>
                <a:gd name="T3" fmla="*/ 261 h 1487"/>
                <a:gd name="T4" fmla="*/ 348 w 976"/>
                <a:gd name="T5" fmla="*/ 261 h 1487"/>
                <a:gd name="T6" fmla="*/ 348 w 976"/>
                <a:gd name="T7" fmla="*/ 1227 h 1487"/>
                <a:gd name="T8" fmla="*/ 0 w 976"/>
                <a:gd name="T9" fmla="*/ 1227 h 1487"/>
                <a:gd name="T10" fmla="*/ 0 w 976"/>
                <a:gd name="T11" fmla="*/ 1487 h 1487"/>
                <a:gd name="T12" fmla="*/ 976 w 976"/>
                <a:gd name="T13" fmla="*/ 1487 h 1487"/>
                <a:gd name="T14" fmla="*/ 976 w 976"/>
                <a:gd name="T15" fmla="*/ 1227 h 1487"/>
                <a:gd name="T16" fmla="*/ 629 w 976"/>
                <a:gd name="T17" fmla="*/ 1227 h 1487"/>
                <a:gd name="T18" fmla="*/ 629 w 976"/>
                <a:gd name="T19" fmla="*/ 261 h 1487"/>
                <a:gd name="T20" fmla="*/ 976 w 976"/>
                <a:gd name="T21" fmla="*/ 261 h 1487"/>
                <a:gd name="T22" fmla="*/ 976 w 976"/>
                <a:gd name="T23" fmla="*/ 0 h 1487"/>
                <a:gd name="T24" fmla="*/ 0 w 976"/>
                <a:gd name="T25" fmla="*/ 0 h 1487"/>
                <a:gd name="T26" fmla="*/ 0 w 976"/>
                <a:gd name="T27" fmla="*/ 0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6" h="1487">
                  <a:moveTo>
                    <a:pt x="0" y="0"/>
                  </a:moveTo>
                  <a:lnTo>
                    <a:pt x="0" y="261"/>
                  </a:lnTo>
                  <a:lnTo>
                    <a:pt x="348" y="261"/>
                  </a:lnTo>
                  <a:lnTo>
                    <a:pt x="348" y="1227"/>
                  </a:lnTo>
                  <a:lnTo>
                    <a:pt x="0" y="1227"/>
                  </a:lnTo>
                  <a:lnTo>
                    <a:pt x="0" y="1487"/>
                  </a:lnTo>
                  <a:lnTo>
                    <a:pt x="976" y="1487"/>
                  </a:lnTo>
                  <a:lnTo>
                    <a:pt x="976" y="1227"/>
                  </a:lnTo>
                  <a:lnTo>
                    <a:pt x="629" y="1227"/>
                  </a:lnTo>
                  <a:lnTo>
                    <a:pt x="629" y="261"/>
                  </a:lnTo>
                  <a:lnTo>
                    <a:pt x="976" y="261"/>
                  </a:lnTo>
                  <a:lnTo>
                    <a:pt x="97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0F1BC1-E68D-0921-9C05-B7E16303C4E8}"/>
              </a:ext>
            </a:extLst>
          </p:cNvPr>
          <p:cNvCxnSpPr>
            <a:cxnSpLocks/>
          </p:cNvCxnSpPr>
          <p:nvPr userDrawn="1"/>
        </p:nvCxnSpPr>
        <p:spPr>
          <a:xfrm>
            <a:off x="790575" y="2030400"/>
            <a:ext cx="198024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975747F-1017-4D31-5505-A8430B838C69}"/>
              </a:ext>
            </a:extLst>
          </p:cNvPr>
          <p:cNvCxnSpPr>
            <a:cxnSpLocks/>
          </p:cNvCxnSpPr>
          <p:nvPr userDrawn="1"/>
        </p:nvCxnSpPr>
        <p:spPr>
          <a:xfrm>
            <a:off x="790575" y="4453200"/>
            <a:ext cx="198024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3FABCA-D867-B923-AEC5-2529DDAF191A}"/>
              </a:ext>
            </a:extLst>
          </p:cNvPr>
          <p:cNvCxnSpPr>
            <a:cxnSpLocks/>
          </p:cNvCxnSpPr>
          <p:nvPr userDrawn="1"/>
        </p:nvCxnSpPr>
        <p:spPr>
          <a:xfrm>
            <a:off x="14040000" y="2030400"/>
            <a:ext cx="0" cy="2422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A522AD-270D-814A-95B1-9E0337444A84}"/>
              </a:ext>
            </a:extLst>
          </p:cNvPr>
          <p:cNvCxnSpPr>
            <a:cxnSpLocks/>
          </p:cNvCxnSpPr>
          <p:nvPr userDrawn="1"/>
        </p:nvCxnSpPr>
        <p:spPr>
          <a:xfrm>
            <a:off x="792000" y="28656000"/>
            <a:ext cx="198024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>
    <p:fade/>
  </p:transition>
  <p:hf sldNum="0" hdr="0" dt="0"/>
  <p:txStyles>
    <p:titleStyle>
      <a:lvl1pPr algn="l" defTabSz="1202763" rtl="0" eaLnBrk="1" latinLnBrk="0" hangingPunct="1">
        <a:lnSpc>
          <a:spcPct val="90000"/>
        </a:lnSpc>
        <a:spcBef>
          <a:spcPct val="0"/>
        </a:spcBef>
        <a:buNone/>
        <a:defRPr sz="42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2027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027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600" b="0" i="0" kern="1200">
          <a:solidFill>
            <a:schemeClr val="tx1"/>
          </a:solidFill>
          <a:latin typeface="+mj-lt"/>
          <a:ea typeface="+mn-ea"/>
          <a:cs typeface="+mn-cs"/>
        </a:defRPr>
      </a:lvl2pPr>
      <a:lvl3pPr marL="360000" indent="-360000" algn="l" defTabSz="1202763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202763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202763" rtl="0" eaLnBrk="1" latinLnBrk="0" hangingPunct="1">
        <a:lnSpc>
          <a:spcPct val="105000"/>
        </a:lnSpc>
        <a:spcBef>
          <a:spcPts val="0"/>
        </a:spcBef>
        <a:spcAft>
          <a:spcPts val="3969"/>
        </a:spcAft>
        <a:buFont typeface="Arial" panose="020B0604020202020204" pitchFamily="34" charset="0"/>
        <a:buNone/>
        <a:defRPr sz="4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202763" rtl="0" eaLnBrk="1" latinLnBrk="0" hangingPunct="1">
        <a:lnSpc>
          <a:spcPct val="105000"/>
        </a:lnSpc>
        <a:spcBef>
          <a:spcPts val="0"/>
        </a:spcBef>
        <a:spcAft>
          <a:spcPts val="3969"/>
        </a:spcAft>
        <a:buFont typeface="Arial" panose="020B0604020202020204" pitchFamily="34" charset="0"/>
        <a:buNone/>
        <a:defRPr sz="4200" kern="1200">
          <a:solidFill>
            <a:schemeClr val="tx2"/>
          </a:solidFill>
          <a:latin typeface="+mj-lt"/>
          <a:ea typeface="Inter ExtraBold" panose="02000503000000020004" pitchFamily="2" charset="0"/>
          <a:cs typeface="+mn-cs"/>
        </a:defRPr>
      </a:lvl6pPr>
      <a:lvl7pPr marL="0" indent="0" algn="l" defTabSz="1202763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5000" kern="1200">
          <a:solidFill>
            <a:schemeClr val="tx2"/>
          </a:solidFill>
          <a:latin typeface="Imperial Sans Text Extrabold" panose="020B0903020202020204" pitchFamily="34" charset="0"/>
          <a:ea typeface="+mn-ea"/>
          <a:cs typeface="+mn-cs"/>
        </a:defRPr>
      </a:lvl7pPr>
      <a:lvl8pPr marL="4510361" indent="-300690" algn="l" defTabSz="1202763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111743" indent="-300690" algn="l" defTabSz="1202763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1381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2763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804144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405526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006907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608290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209670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811053" algn="l" defTabSz="1202763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35" userDrawn="1">
          <p15:clr>
            <a:srgbClr val="F26B43"/>
          </p15:clr>
        </p15:guide>
        <p15:guide id="2" orient="horz" pos="9536" userDrawn="1">
          <p15:clr>
            <a:srgbClr val="F26B43"/>
          </p15:clr>
        </p15:guide>
        <p15:guide id="3" pos="498" userDrawn="1">
          <p15:clr>
            <a:srgbClr val="F26B43"/>
          </p15:clr>
        </p15:guide>
        <p15:guide id="4" pos="12972" userDrawn="1">
          <p15:clr>
            <a:srgbClr val="F26B43"/>
          </p15:clr>
        </p15:guide>
        <p15:guide id="5" orient="horz" pos="500" userDrawn="1">
          <p15:clr>
            <a:srgbClr val="F26B43"/>
          </p15:clr>
        </p15:guide>
        <p15:guide id="6" orient="horz" pos="18571" userDrawn="1">
          <p15:clr>
            <a:srgbClr val="F26B43"/>
          </p15:clr>
        </p15:guide>
        <p15:guide id="7" orient="horz" pos="17780" userDrawn="1">
          <p15:clr>
            <a:srgbClr val="F26B43"/>
          </p15:clr>
        </p15:guide>
        <p15:guide id="8" orient="horz" pos="3094" userDrawn="1">
          <p15:clr>
            <a:srgbClr val="F26B43"/>
          </p15:clr>
        </p15:guide>
        <p15:guide id="9" pos="8761" userDrawn="1">
          <p15:clr>
            <a:srgbClr val="F26B43"/>
          </p15:clr>
        </p15:guide>
        <p15:guide id="10" pos="8923" userDrawn="1">
          <p15:clr>
            <a:srgbClr val="F26B43"/>
          </p15:clr>
        </p15:guide>
        <p15:guide id="11" pos="4547" userDrawn="1">
          <p15:clr>
            <a:srgbClr val="F26B43"/>
          </p15:clr>
        </p15:guide>
        <p15:guide id="12" pos="470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FD2B-A843-E289-E2DF-12B8939D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9687D8C-79C5-BF4D-BF81-6144D90C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5" y="2206801"/>
            <a:ext cx="13117513" cy="1146000"/>
          </a:xfrm>
        </p:spPr>
        <p:txBody>
          <a:bodyPr/>
          <a:lstStyle/>
          <a:p>
            <a:r>
              <a:rPr lang="en-GB" dirty="0"/>
              <a:t>Chess Fortresses: Analysis of Drawn</a:t>
            </a:r>
            <a:br>
              <a:rPr lang="en-GB" dirty="0"/>
            </a:br>
            <a:r>
              <a:rPr lang="en-GB" dirty="0"/>
              <a:t>Positions Under Material Imbalance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DEADC-3F47-1D06-E801-071FD19B0F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imperial.ac.uk</a:t>
            </a:r>
            <a:endParaRPr lang="en-GB" dirty="0"/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BBFC77CB-2AF4-49C8-4E19-CFEAE8ADB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Daniel Rhodes</a:t>
            </a:r>
          </a:p>
          <a:p>
            <a:r>
              <a:rPr lang="en-GB" dirty="0"/>
              <a:t>Alessandro Astolfi</a:t>
            </a:r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1B759BEF-A493-B315-EFC4-7D63FCFF09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3904868" y="23680092"/>
            <a:ext cx="6427788" cy="3461309"/>
          </a:xfrm>
        </p:spPr>
        <p:txBody>
          <a:bodyPr/>
          <a:lstStyle/>
          <a:p>
            <a:pPr lvl="5">
              <a:spcAft>
                <a:spcPts val="1000"/>
              </a:spcAft>
            </a:pPr>
            <a:r>
              <a:rPr lang="en-GB" dirty="0"/>
              <a:t>Conclusions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solid first prototype, though performance fell short of initial goals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 could include: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Optimising the code for faster 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Incorporating neural networks (e.g. AlphaZero, Leela) for stronger play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F123F1D1-99E4-F632-AF2A-7693CEB36220}"/>
              </a:ext>
            </a:extLst>
          </p:cNvPr>
          <p:cNvSpPr txBox="1">
            <a:spLocks/>
          </p:cNvSpPr>
          <p:nvPr/>
        </p:nvSpPr>
        <p:spPr>
          <a:xfrm>
            <a:off x="790575" y="3874253"/>
            <a:ext cx="13117513" cy="60599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12027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/>
              <a:t>Department of Electrical and Electronic Engineering</a:t>
            </a:r>
          </a:p>
        </p:txBody>
      </p:sp>
      <p:sp>
        <p:nvSpPr>
          <p:cNvPr id="8" name="Text Placeholder 44">
            <a:extLst>
              <a:ext uri="{FF2B5EF4-FFF2-40B4-BE49-F238E27FC236}">
                <a16:creationId xmlns:a16="http://schemas.microsoft.com/office/drawing/2014/main" id="{2D44E35D-9D8E-70C4-AE3E-64CF8F2CC7D5}"/>
              </a:ext>
            </a:extLst>
          </p:cNvPr>
          <p:cNvSpPr txBox="1">
            <a:spLocks/>
          </p:cNvSpPr>
          <p:nvPr/>
        </p:nvSpPr>
        <p:spPr>
          <a:xfrm>
            <a:off x="160111" y="4557874"/>
            <a:ext cx="7315426" cy="54455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dirty="0"/>
              <a:t>    Introduction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chess "fortress" is a drawn position where one side holds an impenetrable defensive setup despite being materially behind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Chess engines are tuned for tactical, materialistic play, but fortresses require long-term strategic judgement instead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makes fortress positions a rich, underexplored area for algorithmic study</a:t>
            </a:r>
            <a:endParaRPr lang="en-GB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44">
            <a:extLst>
              <a:ext uri="{FF2B5EF4-FFF2-40B4-BE49-F238E27FC236}">
                <a16:creationId xmlns:a16="http://schemas.microsoft.com/office/drawing/2014/main" id="{4C549A4F-98D4-D8DD-7F38-2F2F2E4AAA86}"/>
              </a:ext>
            </a:extLst>
          </p:cNvPr>
          <p:cNvSpPr txBox="1">
            <a:spLocks/>
          </p:cNvSpPr>
          <p:nvPr/>
        </p:nvSpPr>
        <p:spPr>
          <a:xfrm>
            <a:off x="143073" y="9309293"/>
            <a:ext cx="7349499" cy="63423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dirty="0"/>
              <a:t>    Motivation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an all-purpose chess engine in this timeframe, with one developer, would be impossible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current engine is designed exclusively for fortress positions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engines often misjudge fortresses, overvaluing material at the expense of positional understanding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leaves a niche that this project aims to fill</a:t>
            </a:r>
          </a:p>
        </p:txBody>
      </p:sp>
      <p:sp>
        <p:nvSpPr>
          <p:cNvPr id="35" name="Text Placeholder 82">
            <a:extLst>
              <a:ext uri="{FF2B5EF4-FFF2-40B4-BE49-F238E27FC236}">
                <a16:creationId xmlns:a16="http://schemas.microsoft.com/office/drawing/2014/main" id="{086F36D4-5F06-3C8E-9FF4-A8C9F87B0798}"/>
              </a:ext>
            </a:extLst>
          </p:cNvPr>
          <p:cNvSpPr txBox="1">
            <a:spLocks/>
          </p:cNvSpPr>
          <p:nvPr/>
        </p:nvSpPr>
        <p:spPr>
          <a:xfrm>
            <a:off x="14074362" y="26886870"/>
            <a:ext cx="6427788" cy="18697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sz="4000" dirty="0"/>
              <a:t>Acknowledgements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Lichess</a:t>
            </a:r>
            <a:r>
              <a:rPr lang="en-GB" sz="1800" dirty="0"/>
              <a:t> for providing a games database and engine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Syzygy for their endgame </a:t>
            </a:r>
            <a:r>
              <a:rPr lang="en-GB" sz="1800" dirty="0" err="1"/>
              <a:t>tablebases</a:t>
            </a: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Wikimedia commons for the alpha-beta pruning image</a:t>
            </a:r>
          </a:p>
        </p:txBody>
      </p:sp>
      <p:sp>
        <p:nvSpPr>
          <p:cNvPr id="11" name="Text Placeholder 44">
            <a:extLst>
              <a:ext uri="{FF2B5EF4-FFF2-40B4-BE49-F238E27FC236}">
                <a16:creationId xmlns:a16="http://schemas.microsoft.com/office/drawing/2014/main" id="{6F46F1EE-9895-FA29-1164-9D02C3ECBEF4}"/>
              </a:ext>
            </a:extLst>
          </p:cNvPr>
          <p:cNvSpPr txBox="1">
            <a:spLocks/>
          </p:cNvSpPr>
          <p:nvPr/>
        </p:nvSpPr>
        <p:spPr>
          <a:xfrm>
            <a:off x="7213499" y="4557873"/>
            <a:ext cx="6660516" cy="176317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dirty="0"/>
              <a:t>How does my engine work?</a:t>
            </a:r>
          </a:p>
          <a:p>
            <a:pPr lvl="5">
              <a:spcAft>
                <a:spcPts val="1000"/>
              </a:spcAft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 was composed of 3 parts: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Exhaustive search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Alpha-Beta pruning with rising evaluation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 analysis</a:t>
            </a:r>
          </a:p>
          <a:p>
            <a:pPr lvl="5">
              <a:spcAft>
                <a:spcPts val="1000"/>
              </a:spcAft>
            </a:pPr>
            <a:r>
              <a:rPr lang="en-GB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Stage 1: Exhaustive search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Exhaustively searches through every possible move for 4-6 moves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that no possible breakthrough move is missed, and that engine does not prune away less promising moves too early</a:t>
            </a:r>
          </a:p>
          <a:p>
            <a:pPr lvl="5">
              <a:spcAft>
                <a:spcPts val="1000"/>
              </a:spcAft>
            </a:pPr>
            <a:r>
              <a:rPr lang="en-GB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Stage 2: Alpha-Beta pruning with rising evaluation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Starts from every possible position found through the exhaustive search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a pruning search to find the most promising lines, and checks evaluation as the search goes deeper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evaluation stays flat – fortress is assumed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evaluation keeps rising – breakthrough assumed 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Examines these lines with the next stage to find winning lines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Stage 3: Heuristic analysis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Analyses the resulting lines with heuristics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breakthrough move found: looks at things like material advantage, piece activity and tactics, tries to find a winning line, heuristics adapted from Stockfish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no breakthrough move found: falls back to fortress heuristics coded myself, holds the draw</a:t>
            </a:r>
          </a:p>
          <a:p>
            <a:pPr lvl="5">
              <a:spcAft>
                <a:spcPts val="1000"/>
              </a:spcAft>
            </a:pP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5">
              <a:spcAft>
                <a:spcPts val="1000"/>
              </a:spcAft>
            </a:pPr>
            <a:endParaRPr lang="en-GB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5">
              <a:spcAft>
                <a:spcPts val="1000"/>
              </a:spcAft>
            </a:pPr>
            <a:endParaRPr lang="en-GB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5">
              <a:spcAft>
                <a:spcPts val="1000"/>
              </a:spcAft>
            </a:pPr>
            <a:endParaRPr lang="en-GB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65436734-F456-5B70-CD7B-638ED47690BA}"/>
              </a:ext>
            </a:extLst>
          </p:cNvPr>
          <p:cNvSpPr txBox="1">
            <a:spLocks/>
          </p:cNvSpPr>
          <p:nvPr/>
        </p:nvSpPr>
        <p:spPr>
          <a:xfrm>
            <a:off x="13937172" y="16842076"/>
            <a:ext cx="7315425" cy="70594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dirty="0"/>
              <a:t>Testing, Results and Evaluation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Testing:</a:t>
            </a:r>
          </a:p>
          <a:p>
            <a:pPr lvl="5">
              <a:spcAft>
                <a:spcPts val="1000"/>
              </a:spcAft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 against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tablebases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current engines and known fortress positions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Results:</a:t>
            </a:r>
          </a:p>
          <a:p>
            <a:pPr lvl="5">
              <a:spcAft>
                <a:spcPts val="1000"/>
              </a:spcAft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well in simpler positions</a:t>
            </a:r>
            <a:b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Struggled in more complex positions – either too slow or could not find the right line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</a:p>
          <a:p>
            <a:pPr lvl="5">
              <a:spcAft>
                <a:spcPts val="1000"/>
              </a:spcAft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 underperformed expectations, but remains a solid proof of concept</a:t>
            </a: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44">
            <a:extLst>
              <a:ext uri="{FF2B5EF4-FFF2-40B4-BE49-F238E27FC236}">
                <a16:creationId xmlns:a16="http://schemas.microsoft.com/office/drawing/2014/main" id="{5779C2C3-3A91-F080-A860-9402CD621BC0}"/>
              </a:ext>
            </a:extLst>
          </p:cNvPr>
          <p:cNvSpPr txBox="1">
            <a:spLocks/>
          </p:cNvSpPr>
          <p:nvPr/>
        </p:nvSpPr>
        <p:spPr>
          <a:xfrm>
            <a:off x="14102105" y="6923448"/>
            <a:ext cx="7315425" cy="10283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b="1" dirty="0"/>
              <a:t>How do current engines compare?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engine weaknesses: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Prune away lines that might be winning, especially involving a sacrifice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too materialistic: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take free material even if this leads to a fortress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Assigns an advantage to the side with more material even if the position is a dead draw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my engine addresses this: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Exhaustively checks every move to ensure possible sacrifices aren’t pruned away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Rising evaluation phase prevents taking free material if there is a better line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Reports either a win, draw, loss, or unclear if the position cannot be solved – to avoid hallucinating an advantage</a:t>
            </a: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44">
            <a:extLst>
              <a:ext uri="{FF2B5EF4-FFF2-40B4-BE49-F238E27FC236}">
                <a16:creationId xmlns:a16="http://schemas.microsoft.com/office/drawing/2014/main" id="{B23FD17E-7A42-48E6-11D9-F9898EA812AE}"/>
              </a:ext>
            </a:extLst>
          </p:cNvPr>
          <p:cNvSpPr txBox="1">
            <a:spLocks/>
          </p:cNvSpPr>
          <p:nvPr/>
        </p:nvSpPr>
        <p:spPr>
          <a:xfrm>
            <a:off x="194186" y="19231782"/>
            <a:ext cx="7063013" cy="93395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dirty="0"/>
              <a:t>How do existing engines work? </a:t>
            </a:r>
          </a:p>
          <a:p>
            <a:pPr lvl="5">
              <a:spcAft>
                <a:spcPts val="1000"/>
              </a:spcAft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Combination of heuristics and optimisation algorithms, especially alpha-beta pruning, then assigns an evaluation to the position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Heuristics include (but not limited to):</a:t>
            </a:r>
            <a:endParaRPr lang="en-GB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advantage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Piece activity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King safety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Tactics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Positional advantage</a:t>
            </a:r>
          </a:p>
          <a:p>
            <a:pPr lvl="5">
              <a:spcAft>
                <a:spcPts val="1000"/>
              </a:spcAft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Alpha-Beta Pruning:</a:t>
            </a:r>
          </a:p>
          <a:p>
            <a:pPr lvl="5">
              <a:spcAft>
                <a:spcPts val="1000"/>
              </a:spcAft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Minimax algorithm that prunes away moves and lines that are worse than other lines from a given position</a:t>
            </a:r>
            <a:b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“Worse” as defined by the heuristics which can fail</a:t>
            </a:r>
          </a:p>
          <a:p>
            <a:pPr marL="457200" lvl="5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Placeholder 44">
            <a:extLst>
              <a:ext uri="{FF2B5EF4-FFF2-40B4-BE49-F238E27FC236}">
                <a16:creationId xmlns:a16="http://schemas.microsoft.com/office/drawing/2014/main" id="{318EF351-9B1A-D421-89F7-361A7DA9E33A}"/>
              </a:ext>
            </a:extLst>
          </p:cNvPr>
          <p:cNvSpPr txBox="1">
            <a:spLocks/>
          </p:cNvSpPr>
          <p:nvPr/>
        </p:nvSpPr>
        <p:spPr>
          <a:xfrm>
            <a:off x="7349329" y="4664053"/>
            <a:ext cx="7315425" cy="63423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2A4A8B7-5368-14C8-9AFA-0E307CD61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205" y="22189574"/>
            <a:ext cx="5632163" cy="5632163"/>
          </a:xfrm>
          <a:prstGeom prst="rect">
            <a:avLst/>
          </a:prstGeom>
        </p:spPr>
      </p:pic>
      <p:sp>
        <p:nvSpPr>
          <p:cNvPr id="37" name="Text Placeholder 44">
            <a:extLst>
              <a:ext uri="{FF2B5EF4-FFF2-40B4-BE49-F238E27FC236}">
                <a16:creationId xmlns:a16="http://schemas.microsoft.com/office/drawing/2014/main" id="{E828A352-EECF-2AC9-EB9B-5353D1ED93A2}"/>
              </a:ext>
            </a:extLst>
          </p:cNvPr>
          <p:cNvSpPr txBox="1">
            <a:spLocks/>
          </p:cNvSpPr>
          <p:nvPr/>
        </p:nvSpPr>
        <p:spPr>
          <a:xfrm>
            <a:off x="7160305" y="27821738"/>
            <a:ext cx="7063013" cy="11706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Dvoretsky’s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fortress study – most engines will take the free queen, but this leads to an indestructible fortress. Qd2 is the best move.</a:t>
            </a:r>
          </a:p>
        </p:txBody>
      </p:sp>
      <p:pic>
        <p:nvPicPr>
          <p:cNvPr id="38" name="Picture 37" descr="File:AB pruning.svg">
            <a:extLst>
              <a:ext uri="{FF2B5EF4-FFF2-40B4-BE49-F238E27FC236}">
                <a16:creationId xmlns:a16="http://schemas.microsoft.com/office/drawing/2014/main" id="{534DCE65-5EEA-C15A-F0DD-2093BE429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94" y="14937341"/>
            <a:ext cx="6781558" cy="3445032"/>
          </a:xfrm>
          <a:prstGeom prst="rect">
            <a:avLst/>
          </a:prstGeom>
        </p:spPr>
      </p:pic>
      <p:sp>
        <p:nvSpPr>
          <p:cNvPr id="40" name="Text Placeholder 44">
            <a:extLst>
              <a:ext uri="{FF2B5EF4-FFF2-40B4-BE49-F238E27FC236}">
                <a16:creationId xmlns:a16="http://schemas.microsoft.com/office/drawing/2014/main" id="{EDDB3AC6-4129-2705-A513-43155083BD85}"/>
              </a:ext>
            </a:extLst>
          </p:cNvPr>
          <p:cNvSpPr txBox="1">
            <a:spLocks/>
          </p:cNvSpPr>
          <p:nvPr/>
        </p:nvSpPr>
        <p:spPr>
          <a:xfrm>
            <a:off x="231594" y="18506626"/>
            <a:ext cx="7063013" cy="60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diagram of the alpha-beta pruning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D5B5EF-881A-FFEB-1D38-5E57AEBEE0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23" r="3903"/>
          <a:stretch>
            <a:fillRect/>
          </a:stretch>
        </p:blipFill>
        <p:spPr>
          <a:xfrm>
            <a:off x="14074362" y="4682055"/>
            <a:ext cx="7026286" cy="1730068"/>
          </a:xfrm>
          <a:prstGeom prst="rect">
            <a:avLst/>
          </a:prstGeom>
        </p:spPr>
      </p:pic>
      <p:sp>
        <p:nvSpPr>
          <p:cNvPr id="6" name="Text Placeholder 44">
            <a:extLst>
              <a:ext uri="{FF2B5EF4-FFF2-40B4-BE49-F238E27FC236}">
                <a16:creationId xmlns:a16="http://schemas.microsoft.com/office/drawing/2014/main" id="{6EBEE1DF-1417-232D-6448-A4141BFC13BB}"/>
              </a:ext>
            </a:extLst>
          </p:cNvPr>
          <p:cNvSpPr txBox="1">
            <a:spLocks/>
          </p:cNvSpPr>
          <p:nvPr/>
        </p:nvSpPr>
        <p:spPr>
          <a:xfrm>
            <a:off x="14102105" y="6474384"/>
            <a:ext cx="7063013" cy="11706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0000" indent="-360000" algn="l" defTabSz="1202763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202763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3969"/>
              </a:spcAft>
              <a:buFont typeface="Arial" panose="020B0604020202020204" pitchFamily="34" charset="0"/>
              <a:buNone/>
              <a:defRPr sz="4200" kern="1200">
                <a:solidFill>
                  <a:schemeClr val="tx2"/>
                </a:solidFill>
                <a:latin typeface="+mj-lt"/>
                <a:ea typeface="Inter ExtraBold" panose="02000503000000020004" pitchFamily="2" charset="0"/>
                <a:cs typeface="+mn-cs"/>
              </a:defRPr>
            </a:lvl6pPr>
            <a:lvl7pPr marL="0" indent="0" algn="l" defTabSz="1202763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0" kern="1200">
                <a:solidFill>
                  <a:schemeClr val="tx2"/>
                </a:solidFill>
                <a:latin typeface="Imperial Sans Text Extrabold" panose="020B0903020202020204" pitchFamily="34" charset="0"/>
                <a:ea typeface="+mn-ea"/>
                <a:cs typeface="+mn-cs"/>
              </a:defRPr>
            </a:lvl7pPr>
            <a:lvl8pPr marL="4510361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11743" indent="-300690" algn="l" defTabSz="1202763" rtl="0" eaLnBrk="1" latinLnBrk="0" hangingPunct="1">
              <a:lnSpc>
                <a:spcPct val="90000"/>
              </a:lnSpc>
              <a:spcBef>
                <a:spcPts val="658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spcAft>
                <a:spcPts val="1000"/>
              </a:spcAft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chart of how the engine works.</a:t>
            </a:r>
          </a:p>
        </p:txBody>
      </p:sp>
    </p:spTree>
    <p:extLst>
      <p:ext uri="{BB962C8B-B14F-4D97-AF65-F5344CB8AC3E}">
        <p14:creationId xmlns:p14="http://schemas.microsoft.com/office/powerpoint/2010/main" val="291613840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ortrait Poster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Sans font theme">
      <a:majorFont>
        <a:latin typeface="Imperial Sans Text Semibold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ICL_Poster Portrait A1 template.potx" id="{102DD3C0-3B38-4CBE-AC27-389CFDD5B01E}" vid="{AB3924F8-CBDD-4D00-8457-0F1783E016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Imperial_Poster Portrait A1 template</Template>
  <TotalTime>1824</TotalTime>
  <Words>642</Words>
  <Application>Microsoft Office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Imperial Sans Text Extrabold</vt:lpstr>
      <vt:lpstr>Calibri</vt:lpstr>
      <vt:lpstr>Imperial Sans Text Semibold</vt:lpstr>
      <vt:lpstr>Imperial Sans Text</vt:lpstr>
      <vt:lpstr>Arial</vt:lpstr>
      <vt:lpstr>ICL Portrait Poster Theme</vt:lpstr>
      <vt:lpstr>Chess Fortresses: Analysis of Drawn Positions Under Material Imbalance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Junyent-Ferre, Adria</dc:creator>
  <cp:lastModifiedBy>Dan Rhodes</cp:lastModifiedBy>
  <cp:revision>6</cp:revision>
  <dcterms:created xsi:type="dcterms:W3CDTF">2025-10-21T06:28:39Z</dcterms:created>
  <dcterms:modified xsi:type="dcterms:W3CDTF">2026-06-22T10:19:40Z</dcterms:modified>
</cp:coreProperties>
</file>